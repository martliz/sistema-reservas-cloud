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2860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5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42316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Reservas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simple y eficiente de administrar espacios,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reservas en tiempo real.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52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lista para implementar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869680" y="8229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38360" y="9875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97383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hoy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869680" y="24688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7889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38360" y="26334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97383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activos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69680" y="411480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44348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38360" y="4279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973836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online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Actual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afectando tu organización hoy?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21945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691640"/>
            <a:ext cx="1005840" cy="100584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847088"/>
            <a:ext cx="694944" cy="694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duplicadas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3520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personas reservan el mismo espacio sin saberlo, generando conflictos.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697480" y="1417320"/>
            <a:ext cx="21945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691640"/>
            <a:ext cx="1005840" cy="100584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847088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834640" y="3520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saber qué espacios están disponibles en tiempo real.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0" y="1417320"/>
            <a:ext cx="21945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23560" y="1691640"/>
            <a:ext cx="1005840" cy="100584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847088"/>
            <a:ext cx="694944" cy="6949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064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166360" y="3520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perdidas coordinando agendas por correo o teléfono.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360920" y="1417320"/>
            <a:ext cx="21945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55280" y="1691640"/>
            <a:ext cx="1005840" cy="100584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1847088"/>
            <a:ext cx="694944" cy="6949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humanos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498080" y="3520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manuales propensos a equivocaciones y datos desactualizados.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9692640" y="1417320"/>
            <a:ext cx="21945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287000" y="1691640"/>
            <a:ext cx="1005840" cy="100584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1847088"/>
            <a:ext cx="694944" cy="6949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8408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recursos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829800" y="352044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controlar y gestionar espacios y equipos compartidos.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035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6916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en tiempo real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88720" y="2075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qué espacios están libres al instante, sin llamadas ni emails.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606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en pocos pasos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188720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simplificado: selecciona, confirma y listo en menos de 30 segundos.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1188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520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automático de conflictos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188720" y="39044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previene reservas duplicadas de forma automática.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26280"/>
            <a:ext cx="502920" cy="502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4348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dispositivo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188720" y="48188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tablet o móvil. Siempre disponible, siempre actualizado.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40680"/>
            <a:ext cx="502920" cy="5029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53492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centralizada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1188720" y="57332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panel para ver todo: reservas, espacios y usuarios.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315200" y="457200"/>
            <a:ext cx="4389120" cy="5943600"/>
          </a:xfrm>
          <a:prstGeom prst="roundRect">
            <a:avLst>
              <a:gd name="adj" fmla="val 5208"/>
            </a:avLst>
          </a:prstGeom>
          <a:solidFill>
            <a:srgbClr val="112233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0" dist="63500" dir="2700000">
              <a:srgbClr val="000000">
                <a:alpha val="4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7315200" y="457200"/>
            <a:ext cx="438912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406640" y="548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ReservaPro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7543800" y="150876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A2E3A"/>
          </a:solidFill>
          <a:ln w="6350">
            <a:solidFill>
              <a:srgbClr val="2A4A5A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7635240" y="15819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549640" y="1581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A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149840" y="1691640"/>
            <a:ext cx="1097280" cy="301752"/>
          </a:xfrm>
          <a:prstGeom prst="roundRect">
            <a:avLst>
              <a:gd name="adj" fmla="val 18182"/>
            </a:avLst>
          </a:prstGeom>
          <a:solidFill>
            <a:srgbClr val="E63946">
              <a:alpha val="8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10149840" y="16916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7543800" y="23317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A2E3A"/>
          </a:solidFill>
          <a:ln w="6350">
            <a:solidFill>
              <a:srgbClr val="2A4A5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635240" y="2404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8549640" y="2404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B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10149840" y="2514600"/>
            <a:ext cx="1097280" cy="301752"/>
          </a:xfrm>
          <a:prstGeom prst="roundRect">
            <a:avLst>
              <a:gd name="adj" fmla="val 18182"/>
            </a:avLst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10149840" y="251460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543800" y="315468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A2E3A"/>
          </a:solidFill>
          <a:ln w="6350">
            <a:solidFill>
              <a:srgbClr val="2A4A5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635240" y="32278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549640" y="3227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10149840" y="3337560"/>
            <a:ext cx="1097280" cy="301752"/>
          </a:xfrm>
          <a:prstGeom prst="roundRect">
            <a:avLst>
              <a:gd name="adj" fmla="val 18182"/>
            </a:avLst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0149840" y="33375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7543800" y="397764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A2E3A"/>
          </a:solidFill>
          <a:ln w="6350">
            <a:solidFill>
              <a:srgbClr val="2A4A5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635240" y="40507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8549640" y="40507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A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10149840" y="4160520"/>
            <a:ext cx="1097280" cy="301752"/>
          </a:xfrm>
          <a:prstGeom prst="roundRect">
            <a:avLst>
              <a:gd name="adj" fmla="val 18182"/>
            </a:avLst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149840" y="41605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7543800" y="480060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A2E3A"/>
          </a:solidFill>
          <a:ln w="6350">
            <a:solidFill>
              <a:srgbClr val="2A4A5A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635240" y="48737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8549640" y="48737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10149840" y="4983480"/>
            <a:ext cx="1097280" cy="301752"/>
          </a:xfrm>
          <a:prstGeom prst="roundRect">
            <a:avLst>
              <a:gd name="adj" fmla="val 18182"/>
            </a:avLst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10149840" y="49834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tu Organización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600200"/>
            <a:ext cx="822960" cy="8229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09928"/>
            <a:ext cx="603504" cy="6035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2920" y="2514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hasta un 70% del tiempo administrativo en gestión de espacios.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51960" y="137160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0" y="1600200"/>
            <a:ext cx="822960" cy="822960"/>
          </a:xfrm>
          <a:prstGeom prst="ellipse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>
                <a:alpha val="85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709928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352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interna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389120" y="2514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ven lo mismo en tiempo real. Menos confusión, más coordinación.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38160" y="137160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75320" y="1600200"/>
            <a:ext cx="822960" cy="822960"/>
          </a:xfrm>
          <a:prstGeom prst="ellipse">
            <a:avLst/>
          </a:prstGeom>
          <a:solidFill>
            <a:srgbClr val="5B4FCF">
              <a:alpha val="85000"/>
            </a:srgbClr>
          </a:solidFill>
          <a:ln w="12700">
            <a:solidFill>
              <a:srgbClr val="5B4FCF">
                <a:alpha val="8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1709928"/>
            <a:ext cx="603504" cy="6035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8972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seguridad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75320" y="2514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 por roles: quién puede reservar qué y cuándo.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212848" y="402336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350008" y="4251960"/>
            <a:ext cx="822960" cy="822960"/>
          </a:xfrm>
          <a:prstGeom prst="ellipse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>
                <a:alpha val="85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736" y="4361688"/>
            <a:ext cx="603504" cy="6035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64408" y="4251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planificación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2350008" y="51663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estadísticas para tomar decisiones basadas en datos.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099048" y="402336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236208" y="4251960"/>
            <a:ext cx="822960" cy="822960"/>
          </a:xfrm>
          <a:prstGeom prst="ellipse">
            <a:avLst/>
          </a:prstGeom>
          <a:solidFill>
            <a:srgbClr val="2A9D8F">
              <a:alpha val="85000"/>
            </a:srgbClr>
          </a:solidFill>
          <a:ln w="12700">
            <a:solidFill>
              <a:srgbClr val="2A9D8F">
                <a:alpha val="85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4361688"/>
            <a:ext cx="603504" cy="60350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50608" y="4251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236208" y="51663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que tus usuarios adoptarán desde el primer día.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hacer el sistema?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 de la plataforma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557784" cy="5577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Altas, bajas, roles y permisos personalizados por tipo de usuario.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79392" y="16002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62272" y="1828800"/>
            <a:ext cx="777240" cy="77724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38528"/>
            <a:ext cx="557784" cy="5577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76672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reservas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62272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espacio, fecha y hora con confirmación instantánea.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93024" y="16002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1828800"/>
            <a:ext cx="777240" cy="777240"/>
          </a:xfrm>
          <a:prstGeom prst="ellipse">
            <a:avLst/>
          </a:prstGeom>
          <a:solidFill>
            <a:srgbClr val="5B4FCF">
              <a:alpha val="80000"/>
            </a:srgbClr>
          </a:solidFill>
          <a:ln w="12700">
            <a:solidFill>
              <a:srgbClr val="5B4FCF">
                <a:alpha val="8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938528"/>
            <a:ext cx="557784" cy="5577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0304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espacios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75904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salas, equipos y recursos con capacidad y características.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6576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8640" y="4297680"/>
            <a:ext cx="777240" cy="77724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407408"/>
            <a:ext cx="557784" cy="5577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2976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seguimiento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global de todas las reservas activas, pasadas y pendientes.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279392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62272" y="4297680"/>
            <a:ext cx="777240" cy="777240"/>
          </a:xfrm>
          <a:prstGeom prst="ellipse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407408"/>
            <a:ext cx="557784" cy="5577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76672" y="42976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duplicados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462272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en tiempo real que evita conflictos de agenda.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193024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12233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75904" y="4297680"/>
            <a:ext cx="777240" cy="777240"/>
          </a:xfrm>
          <a:prstGeom prst="ellipse">
            <a:avLst/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4407408"/>
            <a:ext cx="557784" cy="5577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90304" y="42976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dispositivo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75904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y accesible desde PC, tablet o smartphone sin instalar nada.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560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elegir nuestra solución?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19072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256032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intuitiva. Cualquier persona puede usarlo sin capacitación técnica.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79392" y="137160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62272" y="1600200"/>
            <a:ext cx="822960" cy="822960"/>
          </a:xfrm>
          <a:prstGeom prst="ellipse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>
                <a:alpha val="85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1719072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22392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línea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62272" y="256032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la nube. Sin instalaciones. Accede desde donde estés, cuando quieras.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93024" y="137160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75904" y="1600200"/>
            <a:ext cx="822960" cy="822960"/>
          </a:xfrm>
          <a:prstGeom prst="ellipse">
            <a:avLst/>
          </a:prstGeom>
          <a:solidFill>
            <a:srgbClr val="5B4FCF">
              <a:alpha val="85000"/>
            </a:srgbClr>
          </a:solidFill>
          <a:ln w="12700">
            <a:solidFill>
              <a:srgbClr val="5B4FCF">
                <a:alpha val="8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1719072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36024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75904" y="256032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con tu organización. Agrega usuarios y espacios sin límites.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65760" y="397764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4206240"/>
            <a:ext cx="822960" cy="822960"/>
          </a:xfrm>
          <a:prstGeom prst="ellipse">
            <a:avLst/>
          </a:prstGeom>
          <a:solidFill>
            <a:srgbClr val="2A9D8F">
              <a:alpha val="85000"/>
            </a:srgbClr>
          </a:solidFill>
          <a:ln w="12700">
            <a:solidFill>
              <a:srgbClr val="2A9D8F">
                <a:alpha val="85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325112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errores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48640" y="51663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que elimina errores operativos del día a día.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279392" y="397764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62272" y="4206240"/>
            <a:ext cx="822960" cy="822960"/>
          </a:xfrm>
          <a:prstGeom prst="ellipse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>
                <a:alpha val="85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4325112"/>
            <a:ext cx="585216" cy="5852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22392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recursos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462272" y="51663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el uso de tus espacios con datos y reportes en tiempo real.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193024" y="397764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D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75904" y="4206240"/>
            <a:ext cx="822960" cy="82296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4325112"/>
            <a:ext cx="585216" cy="58521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336024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crecer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8375904" y="51663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moderna preparada para las necesidades futuras de tu empresa.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274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41732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real antes y después de implementar la solución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60020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1A0A0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6002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5728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31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 con planillas y correos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45536"/>
            <a:ext cx="475488" cy="4754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815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y reservas duplicadas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95344"/>
            <a:ext cx="475488" cy="4754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8313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valioso perdido coordinando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45152"/>
            <a:ext cx="475488" cy="4754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5811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del estado real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394960"/>
            <a:ext cx="475488" cy="4754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53309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Frustración en el equipo</a:t>
            </a:r>
            <a:endParaRPr lang="en-US" sz="13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291840"/>
            <a:ext cx="914400" cy="91440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675120" y="160020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091A14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675120" y="16002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395728"/>
            <a:ext cx="475488" cy="4754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43800" y="2331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centralizada y automatizada</a:t>
            </a:r>
            <a:endParaRPr lang="en-US" sz="13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3145536"/>
            <a:ext cx="475488" cy="4754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543800" y="30815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conflictos ni reservas duplicadas</a:t>
            </a:r>
            <a:endParaRPr lang="en-US" sz="13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3895344"/>
            <a:ext cx="475488" cy="47548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543800" y="38313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en menos de 30 segundos</a:t>
            </a:r>
            <a:endParaRPr lang="en-US" sz="13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4645152"/>
            <a:ext cx="475488" cy="47548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7543800" y="45811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en tiempo real siempre</a:t>
            </a:r>
            <a:endParaRPr lang="en-US" sz="13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0" y="5394960"/>
            <a:ext cx="475488" cy="47548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7543800" y="53309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enfocado en lo que importa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transformar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tu organización?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rápida · Soporte incluido · Sin complicaciones técnicas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2834640" cy="2148840"/>
          </a:xfrm>
          <a:prstGeom prst="roundRect">
            <a:avLst>
              <a:gd name="adj" fmla="val 510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semana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51663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4160520"/>
            <a:ext cx="2834640" cy="2148840"/>
          </a:xfrm>
          <a:prstGeom prst="roundRect">
            <a:avLst>
              <a:gd name="adj" fmla="val 510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51663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tiempo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4160520"/>
            <a:ext cx="2834640" cy="2148840"/>
          </a:xfrm>
          <a:prstGeom prst="roundRect">
            <a:avLst>
              <a:gd name="adj" fmla="val 5106"/>
            </a:avLst>
          </a:prstGeom>
          <a:solidFill>
            <a:srgbClr val="0D1B2A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55280" y="51663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instalaciones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Reservas</dc:title>
  <dc:subject>PptxGenJS Presentation</dc:subject>
  <dc:creator>PptxGenJS</dc:creator>
  <cp:lastModifiedBy>PptxGenJS</cp:lastModifiedBy>
  <cp:revision>1</cp:revision>
  <dcterms:created xsi:type="dcterms:W3CDTF">2026-06-10T01:12:53Z</dcterms:created>
  <dcterms:modified xsi:type="dcterms:W3CDTF">2026-06-10T01:12:53Z</dcterms:modified>
</cp:coreProperties>
</file>