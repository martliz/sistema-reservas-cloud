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85FA5">
              <a:alpha val="15000"/>
            </a:srgbClr>
          </a:solidFill>
          <a:ln w="12700">
            <a:solidFill>
              <a:srgbClr val="185FA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185FA5">
              <a:alpha val="40000"/>
            </a:srgbClr>
          </a:solidFill>
          <a:ln w="12700">
            <a:solidFill>
              <a:srgbClr val="185FA5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ALKEMY · MÓDULO 2 ·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Reservas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Nube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Cloud · Despliegue en cPanel · API REST · PostgreSQL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3657600" cy="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http://g11.origenet.cl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2B5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34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74520" y="4434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2B5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4434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4434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2B5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4434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4434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2B5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4434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4434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2B5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4434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43800" y="443484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2B5B"/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43800" y="44348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Objetivo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0F2B5B"/>
          </a:solidFill>
          <a:ln w="12700">
            <a:solidFill>
              <a:srgbClr val="0F2B5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14800" cy="22860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60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Situación Inicial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Empresa de tecnología necesita un sistema de reservas de espacios en la nube.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2585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Debe ser escalable, seguro y adaptable a picos de demanda.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169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 entorno de despliegue disponible es cPanel (hosting compartido).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5753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 soporte para Docker ni contenedores en el servidor.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960120"/>
            <a:ext cx="411480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34440"/>
            <a:ext cx="41148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960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Nuestro Objetivo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Diseñar una arquitectura modular desplegable en cPanel.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258568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Implementar autenticación JWT y encriptación bcrypt.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91693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Gestionar reservas en tiempo real con verificación de disponibilidad.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57530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Entregar código limpio, documentado y con pruebas unitarias.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 w="12700">
            <a:solidFill>
              <a:srgbClr val="185FA5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155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8.3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423160" cy="0"/>
          </a:xfrm>
          <a:prstGeom prst="line">
            <a:avLst/>
          </a:prstGeom>
          <a:noFill/>
          <a:ln w="6350">
            <a:solidFill>
              <a:srgbClr val="185FA5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páginas en public_html.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+ JWT nativo.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 directo a PostgreSQL.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1155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Backend API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4173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2423160" cy="0"/>
          </a:xfrm>
          <a:prstGeom prst="line">
            <a:avLst/>
          </a:prstGeom>
          <a:noFill/>
          <a:ln w="635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modular.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Middleware JWT.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con express-validator.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00584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 w="12700">
            <a:solidFill>
              <a:srgbClr val="16A34A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11556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Base de Datos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141732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10.23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1691640"/>
            <a:ext cx="2423160" cy="0"/>
          </a:xfrm>
          <a:prstGeom prst="line">
            <a:avLst/>
          </a:prstGeom>
          <a:noFill/>
          <a:ln w="635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75564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tablas relacionales.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disponibilidad.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de integridad.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081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Seguridad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2423160" cy="0"/>
          </a:xfrm>
          <a:prstGeom prst="line">
            <a:avLst/>
          </a:prstGeom>
          <a:noFill/>
          <a:ln w="635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2160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HS256 (8h).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factor 10.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 prepared statements.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 w="12700">
            <a:solidFill>
              <a:srgbClr val="D97706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37560" y="3081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Despliegue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37560" y="33832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37560" y="3657600"/>
            <a:ext cx="2423160" cy="0"/>
          </a:xfrm>
          <a:prstGeom prst="line">
            <a:avLst/>
          </a:prstGeom>
          <a:noFill/>
          <a:ln w="635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72160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Node.js App.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+ PHP nativo.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phpPgAdmin para la BD.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97480" cy="1783080"/>
          </a:xfrm>
          <a:prstGeom prst="roundRect">
            <a:avLst>
              <a:gd name="adj" fmla="val 5128"/>
            </a:avLst>
          </a:prstGeom>
          <a:solidFill>
            <a:srgbClr val="0D1B2A"/>
          </a:solidFill>
          <a:ln w="12700">
            <a:solidFill>
              <a:srgbClr val="DC2626">
                <a:alpha val="50000"/>
              </a:srgbClr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217920" y="30815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Pruebas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38328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Jest + Supertest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657600"/>
            <a:ext cx="2423160" cy="0"/>
          </a:xfrm>
          <a:prstGeom prst="line">
            <a:avLst/>
          </a:prstGeom>
          <a:noFill/>
          <a:ln w="6350">
            <a:solidFill>
              <a:srgbClr val="DC2626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721608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tests unitarios.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passing.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Mocks de DB y JWT.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29000" y="9144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0F2B5B"/>
          </a:solidFill>
          <a:ln/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29000" y="914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Cliente / Navegador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508760"/>
            <a:ext cx="0" cy="32004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17720" y="16002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874520"/>
            <a:ext cx="8503920" cy="2560320"/>
          </a:xfrm>
          <a:prstGeom prst="roundRect">
            <a:avLst>
              <a:gd name="adj" fmla="val 4286"/>
            </a:avLst>
          </a:prstGeom>
          <a:solidFill>
            <a:srgbClr val="F1F5F9">
              <a:alpha val="80000"/>
            </a:srgbClr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 Servidor cPanel — g11.origenet.cl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240280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185FA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441448"/>
            <a:ext cx="3200400" cy="1828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240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PHP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 · login · registro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03580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nueva-reserva · reservas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37413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recursos · logout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1246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includes/ · assets/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43400" y="2240280"/>
            <a:ext cx="32004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2240280"/>
            <a:ext cx="320040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/>
        </p:spPr>
      </p:sp>
      <p:sp>
        <p:nvSpPr>
          <p:cNvPr id="20" name="Shape 18"/>
          <p:cNvSpPr/>
          <p:nvPr/>
        </p:nvSpPr>
        <p:spPr>
          <a:xfrm>
            <a:off x="4343400" y="2441448"/>
            <a:ext cx="320040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22402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Node.js + Express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80560" y="269748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/auth/registro  /auth/login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80560" y="303580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/auth/me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337413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/reservas  DELETE /reservas/:id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71246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/recursos/:id/disponibilidad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03320" y="3200400"/>
            <a:ext cx="640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730752" y="2999232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02920" y="4224528"/>
            <a:ext cx="7040880" cy="475488"/>
          </a:xfrm>
          <a:prstGeom prst="roundRect">
            <a:avLst>
              <a:gd name="adj" fmla="val 1538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24528"/>
            <a:ext cx="7040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PostgreSQL — g11origenet_reserva  ·  tablas: usuarios · recursos · reservas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4160520"/>
            <a:ext cx="0" cy="91440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160520"/>
            <a:ext cx="0" cy="91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Implementadas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Registro y Login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384048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Formulario de creación de cuenta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Login con JWT (8 horas)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20939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Sesiones PHP seguras (httponly)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Encriptación bcrypt factor 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0698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 Gestión de Reservas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435608"/>
            <a:ext cx="384048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5087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Crear reserva con fechas y recurso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83480" y="18013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Verificación de disponibilidad real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83480" y="20939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Listado con filtros por estado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386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Cancelar reservas activas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035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Gestión de Recursos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401568"/>
            <a:ext cx="384048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Catálogo de espacios disponibles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Capacidad y descripción por recurso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Estado en tiempo real (activo/ocupado)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352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 recursos precargados (Sala A, B, Escritorio)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926080"/>
            <a:ext cx="42062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035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83480" y="3401568"/>
            <a:ext cx="3840480" cy="0"/>
          </a:xfrm>
          <a:prstGeom prst="line">
            <a:avLst/>
          </a:prstGeom>
          <a:noFill/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Estadísticas: activas, próximas, canceladas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Listado de próximas 5 reservas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983480" y="40599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Acceso rápido a nueva reserva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983480" y="43525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Navegación responsive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Desafíos y Soluciones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 sin Docker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" y="161848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El servidor no soporta contenedores. La arquitectura de microservicios original no era desplegable.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4632" y="2112264"/>
            <a:ext cx="3886200" cy="0"/>
          </a:xfrm>
          <a:prstGeom prst="line">
            <a:avLst/>
          </a:prstGeom>
          <a:noFill/>
          <a:ln w="635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216712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Migración a Monolito Modular con PHP nativo + Node.js en Setup Node.js App.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069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06984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Permisos PostgreSQL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61848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Error 42501: el usuario de BD no tenía permisos sobre las secuencias SERIAL.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919472" y="2112264"/>
            <a:ext cx="3886200" cy="0"/>
          </a:xfrm>
          <a:prstGeom prst="line">
            <a:avLst/>
          </a:prstGeom>
          <a:noFill/>
          <a:ln w="635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216712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GRANT ALL PRIVILEGES ON ALL TABLES, SEQUENCES, FUNCTIONS ejecutado via phpPgAdmin.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entorno en PHP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" y="358444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getenv() no leía las variables configuradas en cPanel para PHP/Apache.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" y="4078224"/>
            <a:ext cx="3886200" cy="0"/>
          </a:xfrm>
          <a:prstGeom prst="line">
            <a:avLst/>
          </a:prstGeom>
          <a:noFill/>
          <a:ln w="635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413308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Reemplazar getenv() por define() con valores directos en config.php.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0D1B2A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303580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Rutas relativas PHP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358444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require_once 'includes/config.php' fallaba dependiendo del directorio de trabajo.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19472" y="4078224"/>
            <a:ext cx="3886200" cy="0"/>
          </a:xfrm>
          <a:prstGeom prst="line">
            <a:avLst/>
          </a:prstGeom>
          <a:noFill/>
          <a:ln w="635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4133088"/>
            <a:ext cx="3886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Usar __DIR__ . '/includes/config.php' para rutas absolutas en todos los archivos.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Unitarias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totales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1.47s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total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0058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675120" y="157276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/auth/registro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86200" y="224028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2402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5603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rechaza payload inválido → 422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02920" y="28163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crea usuario → 201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30723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email duplicado → 409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86200" y="365760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36576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39776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credenciales correctas → 200 + token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23367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contraseña incorrecta → 401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48970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usuario inexistente → 401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00600" y="214884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/reservas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21040" y="224028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22402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37760" y="25603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 token → 401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937760" y="281635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token malformado → 401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0" y="307238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reserva exitosa → 201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31546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 más...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356616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937760" y="3657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/health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1040" y="3657600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DCFCE7"/>
          </a:solidFill>
          <a:ln w="12700">
            <a:solidFill>
              <a:srgbClr val="16A34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36576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397764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ok → 200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185FA5">
              <a:alpha val="10000"/>
            </a:srgbClr>
          </a:solidFill>
          <a:ln w="12700">
            <a:solidFill>
              <a:srgbClr val="185FA5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Logros Alcanzados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2700">
            <a:solidFill>
              <a:srgbClr val="185F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5272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2344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4128" y="112471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desplegado en producción: http://g11.origenet.cl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16A34A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532888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5146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240487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13/13 pruebas unitarias pasando con Jest + Supertest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520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813048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7947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368503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Autenticación JWT + bcrypt implementada en PHP y Node.js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252728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12344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58968" y="112471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datos PostgreSQL con 3 tablas y verificación de disponibilidad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24028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185FA5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2532888"/>
            <a:ext cx="411480" cy="41148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51460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58968" y="240487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responsive con 7 páginas PHP funcionales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520440"/>
            <a:ext cx="4206240" cy="1097280"/>
          </a:xfrm>
          <a:prstGeom prst="roundRect">
            <a:avLst>
              <a:gd name="adj" fmla="val 8333"/>
            </a:avLst>
          </a:prstGeom>
          <a:solidFill>
            <a:srgbClr val="0D1B2A"/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813048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37947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58968" y="3685032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Documentación completa: arquitectura, clases, pruebas y manual de despliegue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185FA5">
              <a:alpha val="20000"/>
            </a:srgbClr>
          </a:solidFill>
          <a:ln w="12700">
            <a:solidFill>
              <a:srgbClr val="185FA5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Sistema en producción: http://g11.origenet.cl  ·  Alkemy Cloud Architecture Bootcamp — Módulo 2 —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Reservas en la Nube — Presentación Final</dc:title>
  <dc:subject>PptxGenJS Presentation</dc:subject>
  <dc:creator>PptxGenJS</dc:creator>
  <cp:lastModifiedBy>PptxGenJS</cp:lastModifiedBy>
  <cp:revision>1</cp:revision>
  <dcterms:created xsi:type="dcterms:W3CDTF">2026-06-09T15:57:34Z</dcterms:created>
  <dcterms:modified xsi:type="dcterms:W3CDTF">2026-06-09T15:57:34Z</dcterms:modified>
</cp:coreProperties>
</file>