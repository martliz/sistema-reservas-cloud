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Arquitectura — ProWorkspace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Reservas en la Nube  ·  Grupo 1  ·  Alkemy Cloud Architecture 2026  ·  g11.origenet.cl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474720" y="960120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0F2B5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9601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/ Navegador Web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581912"/>
            <a:ext cx="0" cy="29260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26864" y="16459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595360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cPanel  —  g11.origenet.cl  (Apache + PHP 8.3 + Node.js 18 + PostgreSQL 10.23)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2212848"/>
            <a:ext cx="2743200" cy="402336"/>
          </a:xfrm>
          <a:prstGeom prst="roundRect">
            <a:avLst>
              <a:gd name="adj" fmla="val 13636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2128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Web Server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2615184"/>
            <a:ext cx="-118872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2615184"/>
            <a:ext cx="118872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24912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D5E8F0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7249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PHP  (public_html)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index.php  login.php  registro.php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3438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nueva-reserva.php  reservas.php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recursos.php  logout.php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includes/  assets/css/  assets/js/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03520" y="2724912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E0F5F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0" y="27249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Node.js + Express  (:3000)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31272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/auth/registro  POST /auth/login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94960" y="3383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/auth/me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94960" y="3639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 POST /reservas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94960" y="3895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/reservas/:id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41513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/recursos/:id/disponibilidad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0" y="356616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886200" y="3401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4645152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45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10.23  —  g11origenet_reserva  |  tablas: usuarios  ·  recursos  ·  reservas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48840" y="4416552"/>
            <a:ext cx="0" cy="22860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4416552"/>
            <a:ext cx="0" cy="2286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8463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85FA5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PHP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14600" y="48463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2715768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Node.js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48463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12280" y="48463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7013448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Modular — Backend Node.js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de responsabilidades  ·  Principio de módulo único  ·  Alta cohesión, bajo acoplamiento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429000" y="9601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0F2B5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960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  —  Entry Point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508760"/>
            <a:ext cx="-315468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508760"/>
            <a:ext cx="-105156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508760"/>
            <a:ext cx="114300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508760"/>
            <a:ext cx="333756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2880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FF7ED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1828800" cy="0"/>
          </a:xfrm>
          <a:prstGeom prst="line">
            <a:avLst/>
          </a:prstGeom>
          <a:noFill/>
          <a:ln w="63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96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entorno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Puertos y secrets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3255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global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182880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D5E8F0"/>
          </a:solidFill>
          <a:ln w="1524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pool.js + migrate.js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0" y="2523744"/>
            <a:ext cx="1828800" cy="0"/>
          </a:xfrm>
          <a:prstGeom prst="line">
            <a:avLst/>
          </a:prstGeom>
          <a:noFill/>
          <a:ln w="635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2596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conexiones PG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78608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tablas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78608" y="3255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of Work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82880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E0F5F5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middleware/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auth.js + errorHandler.js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2523744"/>
            <a:ext cx="182880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596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Verif. Bearer JWT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errores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73168" y="3255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Centralizado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182880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4944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· reservas · recursos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49440" y="2523744"/>
            <a:ext cx="1828800" cy="0"/>
          </a:xfrm>
          <a:prstGeom prst="line">
            <a:avLst/>
          </a:prstGeom>
          <a:noFill/>
          <a:ln w="635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67728" y="2596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67728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inputs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67728" y="3255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HTTP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 —  Capa de persistencia  (pool.js gestiona todas las conexiones)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4846320"/>
            <a:ext cx="0" cy="-18288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Negocio — Creacion de Reserva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completa desde el formulario PHP hasta la confirmacion en PostgreSQL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307592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0515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llena el formulario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139903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nueva-reserva.php recibe POST con recurso_id, fecha_inicio, fecha_fin y notas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" y="2679192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24231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 de sesion PHP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78408" y="277063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auth.php verifica el JWT almacenado en $_SESSION. Sin sesion activa redirige a login.php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7033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4050792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7947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 de fechas (PHP)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" y="414223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Verifica: fecha_inicio &gt; ahora y fecha_fin &gt; fecha_inicio. Rechaza con error si falla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9601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56632" y="130759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50408" y="10515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disponibilidad (SQL)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0408" y="139903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COUNT(*) sobre reservas activas con solapamiento en el periodo solicitado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23317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56632" y="2679192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50408" y="24231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en PostgreSQL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50408" y="277063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INTO reservas ... RETURNING id. Estado = CONFIRMADA. Commit automatico PDO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37033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56632" y="4050792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5663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50408" y="37947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al usuario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50408" y="414223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message exito en $_SESSION, redirect a reservas.php con la nueva reserva listada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Base de Datos — PostgreSQL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 Database-per-service  ·  Relaciones FK  ·  Indices optimizados  ·  Constraints de integridad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1892808"/>
          </a:xfrm>
          <a:prstGeom prst="roundRect">
            <a:avLst>
              <a:gd name="adj" fmla="val 3865"/>
            </a:avLst>
          </a:prstGeom>
          <a:solidFill>
            <a:srgbClr val="D5E8F0"/>
          </a:solidFill>
          <a:ln w="1524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85FA5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61288"/>
            <a:ext cx="2651760" cy="1828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SERIAL PK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VARCHAR(100)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VARCHAR(150) UNIQUE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VARCHAR(255)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496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TIMESTAMPTZ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651760" cy="2715768"/>
          </a:xfrm>
          <a:prstGeom prst="roundRect">
            <a:avLst>
              <a:gd name="adj" fmla="val 2759"/>
            </a:avLst>
          </a:prstGeom>
          <a:solidFill>
            <a:srgbClr val="FFF1F2"/>
          </a:solidFill>
          <a:ln w="15240">
            <a:solidFill>
              <a:srgbClr val="EC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601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C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1161288"/>
            <a:ext cx="2651760" cy="182880"/>
          </a:xfrm>
          <a:prstGeom prst="rect">
            <a:avLst/>
          </a:prstGeom>
          <a:solidFill>
            <a:srgbClr val="E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399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SERIAL PK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83280" y="1673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usuario_id INT FK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83280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recurso_id INT FK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8328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fecha_inicio TIMESTAMPTZ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0" y="2496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fecha_fin TIMESTAMPTZ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0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VARCHAR(20)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83280" y="3044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VARCHAR(500)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83280" y="3319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TIMESTAMPTZ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72200" y="960120"/>
            <a:ext cx="2651760" cy="2167128"/>
          </a:xfrm>
          <a:prstGeom prst="roundRect">
            <a:avLst>
              <a:gd name="adj" fmla="val 3376"/>
            </a:avLst>
          </a:prstGeom>
          <a:solidFill>
            <a:srgbClr val="E0F5F5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9601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1161288"/>
            <a:ext cx="2651760" cy="182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1399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SERIAL PK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1673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VARCHAR(150)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9360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descripcion VARCHAR(500)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capacidad INTEGER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09360" y="2496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 BOOLEAN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0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TIMESTAMPTZ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71800" y="2103120"/>
            <a:ext cx="27432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2944368" y="1938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897880" y="2377440"/>
            <a:ext cx="2743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5897880" y="22128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443484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INDEX: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idx_reservas_recurso_fechas ON reservas(recurso_id, fecha_inicio, fecha_fin) WHERE estado = 'CONFIRMADA'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   </a:t>
            </a:r>
            <a:pPr indent="0" marL="0">
              <a:buNone/>
            </a:pPr>
            <a:r>
              <a:rPr lang="en-US" sz="850" b="1" dirty="0">
                <a:solidFill>
                  <a:srgbClr val="0F2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CHECK: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fechas_validas (fecha_fin &gt; fecha_inicio)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Arquitectura — ProWorkspace</dc:title>
  <dc:subject>PptxGenJS Presentation</dc:subject>
  <dc:creator>PptxGenJS</dc:creator>
  <cp:lastModifiedBy>PptxGenJS</cp:lastModifiedBy>
  <cp:revision>1</cp:revision>
  <dcterms:created xsi:type="dcterms:W3CDTF">2026-06-10T01:01:12Z</dcterms:created>
  <dcterms:modified xsi:type="dcterms:W3CDTF">2026-06-10T01:01:12Z</dcterms:modified>
</cp:coreProperties>
</file>