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Arquitectura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5836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Sistema de Reservas en la Nube — Módulo 2 Alkemy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566160" y="1051560"/>
            <a:ext cx="2011680" cy="640080"/>
          </a:xfrm>
          <a:prstGeom prst="roundRect">
            <a:avLst>
              <a:gd name="adj" fmla="val 11429"/>
            </a:avLst>
          </a:prstGeom>
          <a:solidFill>
            <a:srgbClr val="0F2B5B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566160" y="10515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 Cliente / Navegador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0" y="1691640"/>
            <a:ext cx="0" cy="320040"/>
          </a:xfrm>
          <a:prstGeom prst="line">
            <a:avLst/>
          </a:prstGeom>
          <a:noFill/>
          <a:ln w="25400">
            <a:solidFill>
              <a:srgbClr val="185FA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90288" y="1737360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PHP Session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0040" y="2011680"/>
            <a:ext cx="8503920" cy="2743200"/>
          </a:xfrm>
          <a:prstGeom prst="roundRect">
            <a:avLst>
              <a:gd name="adj" fmla="val 4000"/>
            </a:avLst>
          </a:prstGeom>
          <a:solidFill>
            <a:srgbClr val="F1F5F9">
              <a:alpha val="70000"/>
            </a:srgbClr>
          </a:solidFill>
          <a:ln w="12700">
            <a:solidFill>
              <a:srgbClr val="CBD5E1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457200" y="205740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🖥  Servidor cPanel — g11.origenet.cl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502920" y="23774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02920" y="2377440"/>
            <a:ext cx="3200400" cy="411480"/>
          </a:xfrm>
          <a:prstGeom prst="roundRect">
            <a:avLst>
              <a:gd name="adj" fmla="val 22222"/>
            </a:avLst>
          </a:prstGeom>
          <a:solidFill>
            <a:srgbClr val="185FA5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606040"/>
            <a:ext cx="3200400" cy="1828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2377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PHP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8803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index.php — Dashboard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3172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login.php / registro.php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640080" y="34655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nueva-reserva.php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40080" y="37581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reservas.php / recursos.php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050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includes/ — auth, db, config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43400" y="2377440"/>
            <a:ext cx="32004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43400" y="2377440"/>
            <a:ext cx="3200400" cy="411480"/>
          </a:xfrm>
          <a:prstGeom prst="roundRect">
            <a:avLst>
              <a:gd name="adj" fmla="val 22222"/>
            </a:avLst>
          </a:prstGeom>
          <a:solidFill>
            <a:srgbClr val="028090"/>
          </a:solidFill>
          <a:ln/>
        </p:spPr>
      </p:sp>
      <p:sp>
        <p:nvSpPr>
          <p:cNvPr id="21" name="Shape 19"/>
          <p:cNvSpPr/>
          <p:nvPr/>
        </p:nvSpPr>
        <p:spPr>
          <a:xfrm>
            <a:off x="4343400" y="2606040"/>
            <a:ext cx="3200400" cy="182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4343400" y="23774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Node.js + Express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480560" y="2880360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POST /auth/registro, /login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80560" y="3172968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 /auth/me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480560" y="3465576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GET/POST /reservas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80560" y="3758184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DELETE /reservas/:id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480560" y="4050792"/>
            <a:ext cx="2926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GET /recursos/:id/disponibilidad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02920" y="4572000"/>
            <a:ext cx="7040880" cy="502920"/>
          </a:xfrm>
          <a:prstGeom prst="roundRect">
            <a:avLst>
              <a:gd name="adj" fmla="val 14545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2920" y="4572000"/>
            <a:ext cx="7040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 PostgreSQL 10.23  —  g11origenet_reserva  (tablas: usuarios · recursos · reservas)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103120" y="4480560"/>
            <a:ext cx="0" cy="109728"/>
          </a:xfrm>
          <a:prstGeom prst="line">
            <a:avLst/>
          </a:prstGeom>
          <a:noFill/>
          <a:ln w="19050">
            <a:solidFill>
              <a:srgbClr val="185FA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4480560"/>
            <a:ext cx="0" cy="109728"/>
          </a:xfrm>
          <a:prstGeom prst="line">
            <a:avLst/>
          </a:prstGeom>
          <a:noFill/>
          <a:ln w="19050">
            <a:solidFill>
              <a:srgbClr val="02809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703320" y="3429000"/>
            <a:ext cx="6400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3749040" y="324612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REST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7818120" y="246888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85FA5"/>
          </a:solidFill>
          <a:ln/>
        </p:spPr>
      </p:sp>
      <p:sp>
        <p:nvSpPr>
          <p:cNvPr id="35" name="Text 33"/>
          <p:cNvSpPr/>
          <p:nvPr/>
        </p:nvSpPr>
        <p:spPr>
          <a:xfrm>
            <a:off x="8065008" y="245059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PHP (public_html)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7818120" y="283464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8065008" y="281635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Node.js (Setup Node.js App)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818120" y="3200400"/>
            <a:ext cx="201168" cy="201168"/>
          </a:xfrm>
          <a:prstGeom prst="roundRect">
            <a:avLst>
              <a:gd name="adj" fmla="val 13636"/>
            </a:avLst>
          </a:prstGeom>
          <a:solidFill>
            <a:srgbClr val="16A34A"/>
          </a:solidFill>
          <a:ln/>
        </p:spPr>
      </p:sp>
      <p:sp>
        <p:nvSpPr>
          <p:cNvPr id="39" name="Text 37"/>
          <p:cNvSpPr/>
          <p:nvPr/>
        </p:nvSpPr>
        <p:spPr>
          <a:xfrm>
            <a:off x="8065008" y="3182112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(Bases de datos)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Diagrama de Clases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126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Módulos principales del backend Node.js y frontend PHP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51760" cy="2606040"/>
          </a:xfrm>
          <a:prstGeom prst="roundRect">
            <a:avLst>
              <a:gd name="adj" fmla="val 280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185FA5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188720"/>
            <a:ext cx="2651760" cy="182880"/>
          </a:xfrm>
          <a:prstGeom prst="rect">
            <a:avLst/>
          </a:prstGeom>
          <a:solidFill>
            <a:srgbClr val="185FA5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 (ORM)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1148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id: INT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usuario_id: INT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1148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recurso_id: INT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1148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fecha_inicio: TIMESTAMPTZ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1148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fecha_fin: TIMESTAMPTZ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1148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estado: VARCHAR(20)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11480" y="30175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notas: VARCHAR(500)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11480" y="32918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created_at: TIMESTAMPTZ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320040" y="365760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365760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028090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3886200"/>
            <a:ext cx="2651760" cy="1828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" y="36576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Recurso (ORM)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0690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id: INT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11480" y="43434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nombre: VARCHAR(150)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11480" y="46177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descripcion: VARCHAR(500)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11480" y="48920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capacidad: INT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11480" y="51663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activo: BOOLEAN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11480" y="54406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created_at: TIMESTAMPTZ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3246120" y="96012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246120" y="9601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F2B5B"/>
          </a:solidFill>
          <a:ln/>
        </p:spPr>
      </p:sp>
      <p:sp>
        <p:nvSpPr>
          <p:cNvPr id="28" name="Shape 26"/>
          <p:cNvSpPr/>
          <p:nvPr/>
        </p:nvSpPr>
        <p:spPr>
          <a:xfrm>
            <a:off x="3246120" y="1188720"/>
            <a:ext cx="2743200" cy="18288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29" name="Text 27"/>
          <p:cNvSpPr/>
          <p:nvPr/>
        </p:nvSpPr>
        <p:spPr>
          <a:xfrm>
            <a:off x="3246120" y="9601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ReservasRouter (Express)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337560" y="1371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    /reservas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337560" y="16459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POST   /reservas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3337560" y="19202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DELETE /reservas/:id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291840" y="233172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37560" y="24688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verificarDisponibilidad()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337560" y="27432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validarFechas()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246120" y="301752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46120" y="301752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0F2B5B"/>
          </a:solidFill>
          <a:ln/>
        </p:spPr>
      </p:sp>
      <p:sp>
        <p:nvSpPr>
          <p:cNvPr id="38" name="Shape 36"/>
          <p:cNvSpPr/>
          <p:nvPr/>
        </p:nvSpPr>
        <p:spPr>
          <a:xfrm>
            <a:off x="3246120" y="3246120"/>
            <a:ext cx="2743200" cy="182880"/>
          </a:xfrm>
          <a:prstGeom prst="rect">
            <a:avLst/>
          </a:prstGeom>
          <a:solidFill>
            <a:srgbClr val="0F2B5B"/>
          </a:solidFill>
          <a:ln/>
        </p:spPr>
      </p:sp>
      <p:sp>
        <p:nvSpPr>
          <p:cNvPr id="39" name="Text 37"/>
          <p:cNvSpPr/>
          <p:nvPr/>
        </p:nvSpPr>
        <p:spPr>
          <a:xfrm>
            <a:off x="3246120" y="301752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AuthRouter (Express)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337560" y="34290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POST /auth/registro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3337560" y="37033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POST /auth/login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337560" y="3977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  /auth/me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91840" y="4389120"/>
            <a:ext cx="26517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37560" y="45262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bcrypt.hash(password)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337560" y="48006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jwt.sign(payload)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6172200" y="9601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172200" y="96012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475569"/>
          </a:solidFill>
          <a:ln/>
        </p:spPr>
      </p:sp>
      <p:sp>
        <p:nvSpPr>
          <p:cNvPr id="48" name="Shape 46"/>
          <p:cNvSpPr/>
          <p:nvPr/>
        </p:nvSpPr>
        <p:spPr>
          <a:xfrm>
            <a:off x="6172200" y="1188720"/>
            <a:ext cx="2651760" cy="1828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49" name="Text 47"/>
          <p:cNvSpPr/>
          <p:nvPr/>
        </p:nvSpPr>
        <p:spPr>
          <a:xfrm>
            <a:off x="6172200" y="9601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Auth Helpers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263640" y="1371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jwt_create(payload): string</a:t>
            </a:r>
            <a:endParaRPr lang="en-US" sz="800" dirty="0"/>
          </a:p>
        </p:txBody>
      </p:sp>
      <p:sp>
        <p:nvSpPr>
          <p:cNvPr id="51" name="Text 49"/>
          <p:cNvSpPr/>
          <p:nvPr/>
        </p:nvSpPr>
        <p:spPr>
          <a:xfrm>
            <a:off x="6263640" y="16459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jwt_verify(token): array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6263640" y="19202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session_init(): void</a:t>
            </a:r>
            <a:endParaRPr lang="en-US" sz="800" dirty="0"/>
          </a:p>
        </p:txBody>
      </p:sp>
      <p:sp>
        <p:nvSpPr>
          <p:cNvPr id="53" name="Text 51"/>
          <p:cNvSpPr/>
          <p:nvPr/>
        </p:nvSpPr>
        <p:spPr>
          <a:xfrm>
            <a:off x="6263640" y="21945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usuario_autenticado(): bool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6263640" y="24688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usuario_actual(): array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263640" y="27432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redirigir_si_no_autenticado()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6172200" y="3017520"/>
            <a:ext cx="265176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7" name="Shape 55"/>
          <p:cNvSpPr/>
          <p:nvPr/>
        </p:nvSpPr>
        <p:spPr>
          <a:xfrm>
            <a:off x="6172200" y="3017520"/>
            <a:ext cx="2651760" cy="411480"/>
          </a:xfrm>
          <a:prstGeom prst="roundRect">
            <a:avLst>
              <a:gd name="adj" fmla="val 17778"/>
            </a:avLst>
          </a:prstGeom>
          <a:solidFill>
            <a:srgbClr val="475569"/>
          </a:solidFill>
          <a:ln/>
        </p:spPr>
      </p:sp>
      <p:sp>
        <p:nvSpPr>
          <p:cNvPr id="58" name="Shape 56"/>
          <p:cNvSpPr/>
          <p:nvPr/>
        </p:nvSpPr>
        <p:spPr>
          <a:xfrm>
            <a:off x="6172200" y="3246120"/>
            <a:ext cx="2651760" cy="182880"/>
          </a:xfrm>
          <a:prstGeom prst="rect">
            <a:avLst/>
          </a:prstGeom>
          <a:solidFill>
            <a:srgbClr val="475569"/>
          </a:solidFill>
          <a:ln/>
        </p:spPr>
      </p:sp>
      <p:sp>
        <p:nvSpPr>
          <p:cNvPr id="59" name="Text 57"/>
          <p:cNvSpPr/>
          <p:nvPr/>
        </p:nvSpPr>
        <p:spPr>
          <a:xfrm>
            <a:off x="6172200" y="301752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DB (PDO)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6263640" y="34290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getDB(): PDO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6217920" y="3840480"/>
            <a:ext cx="25603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63640" y="3977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host: DB_HOST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6263640" y="425196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port: DB_PORT</a:t>
            </a:r>
            <a:endParaRPr lang="en-US" sz="800" dirty="0"/>
          </a:p>
        </p:txBody>
      </p:sp>
      <p:sp>
        <p:nvSpPr>
          <p:cNvPr id="64" name="Text 62"/>
          <p:cNvSpPr/>
          <p:nvPr/>
        </p:nvSpPr>
        <p:spPr>
          <a:xfrm>
            <a:off x="6263640" y="452628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dbname: DB_NAME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6263640" y="480060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user: DB_USER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3246120" y="2011680"/>
            <a:ext cx="-27432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7" name="Shape 65"/>
          <p:cNvSpPr/>
          <p:nvPr/>
        </p:nvSpPr>
        <p:spPr>
          <a:xfrm>
            <a:off x="5989320" y="3657600"/>
            <a:ext cx="182880" cy="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68" name="Text 66"/>
          <p:cNvSpPr/>
          <p:nvPr/>
        </p:nvSpPr>
        <p:spPr>
          <a:xfrm>
            <a:off x="2743200" y="1920240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→</a:t>
            </a:r>
            <a:endParaRPr lang="en-US" sz="700" dirty="0"/>
          </a:p>
        </p:txBody>
      </p:sp>
      <p:sp>
        <p:nvSpPr>
          <p:cNvPr id="69" name="Text 67"/>
          <p:cNvSpPr/>
          <p:nvPr/>
        </p:nvSpPr>
        <p:spPr>
          <a:xfrm>
            <a:off x="5760720" y="3566160"/>
            <a:ext cx="457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→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64592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2B5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Flujo: Creación de Reserva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6126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Secuencia de pasos desde el formulario PHP hasta la confirmación en PostgreSQL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325880"/>
            <a:ext cx="384048" cy="38404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60120" y="1115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Usuario envía formulario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60120" y="14173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nueva-reserva.php recibe POST con recurso_id, fecha_inicio, fecha_fin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2606040"/>
            <a:ext cx="384048" cy="38404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957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sesión PHP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60120" y="26974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auth.php verifica JWT en $_SESSION. Si no hay sesión activa → redirect login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3886200"/>
            <a:ext cx="384048" cy="384048"/>
          </a:xfrm>
          <a:prstGeom prst="ellipse">
            <a:avLst/>
          </a:prstGeom>
          <a:solidFill>
            <a:srgbClr val="185FA5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960120" y="36758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Validación de fechas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60120" y="3977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PHP verifica: fecha_inicio &gt; ahora, fecha_fin &gt; fecha_inicio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846320" y="10058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983480" y="1325880"/>
            <a:ext cx="384048" cy="384048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498348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40680" y="111556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Verificar disponibilidad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40680" y="141732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Query a PostgreSQL: COUNT reservas activas que se solapan en el período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46320" y="22860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83480" y="260604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2606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40680" y="239572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en PostgreSQL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40680" y="269748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INTO reservas ... RETURNING id. Estado = CONFIRMADA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356616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983480" y="3886200"/>
            <a:ext cx="384048" cy="38404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498348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40680" y="3675888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Respuesta al usuario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3977640"/>
            <a:ext cx="3383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Flash message de éxito → redirect a reservas.php con la nueva reserva listada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Diagrama de Arquitectura — Sistema de Reservas</dc:title>
  <dc:subject>PptxGenJS Presentation</dc:subject>
  <dc:creator>PptxGenJS</dc:creator>
  <cp:lastModifiedBy>PptxGenJS</cp:lastModifiedBy>
  <cp:revision>1</cp:revision>
  <dcterms:created xsi:type="dcterms:W3CDTF">2026-06-09T15:50:02Z</dcterms:created>
  <dcterms:modified xsi:type="dcterms:W3CDTF">2026-06-09T15:50:02Z</dcterms:modified>
</cp:coreProperties>
</file>